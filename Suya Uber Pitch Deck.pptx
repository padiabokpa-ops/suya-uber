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B8462F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SUYA UBER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suya delivery for Lagos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 &amp; Pitch  |  Peter Odion Adiabokpa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Night-only access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47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Suya is traditionally sold only after dark from open-air roadside spots.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Inconvenient &amp; unsafe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90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must travel to a vendor, often through areas that aren't safe or convenient at night.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bulk ordering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33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for a party, office, or event means negotiating with a vendor ad hoc.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965192"/>
            <a:ext cx="457200" cy="45720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Informal, one-size pricing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760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Portioning isn't built for low-income buyers or consistent bulk pricing for large orders.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on-demand delivery platform that brings quality, freshly grilled suya to homes, offices, and events across Lagos — any time of day, not just at night.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All-day availability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suya for lunch, a meeting, or a midnight craving.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37490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everyone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packages by income level, not one-size pricing.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7490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496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logistics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Bikes, bicycles, and cars matched to order size.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 &amp; Segmentation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segments, served through distinct package tiers — so casual buyers and bulk/event buyers are both served fairly.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4E9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Buyers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earners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Smaller, affordable portion packages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Priced for frequent, casual purchase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Available any time — not just at night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2B21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&amp; Event Buyers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earners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Premium &amp; large-quantity packages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for parties, corporate events, offices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Consistent, transparent bulk pricing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Logistics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 is matched to order size — not a one-size-fits-all fleet.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514600"/>
            <a:ext cx="731520" cy="73152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individual orders, short distances, low cost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2514600"/>
            <a:ext cx="731520" cy="73152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individual &amp; small-group orders across Lagos traffic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1945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38360" y="2514600"/>
            <a:ext cx="731520" cy="731520"/>
          </a:xfrm>
          <a:prstGeom prst="ellipse">
            <a:avLst/>
          </a:prstGeom>
          <a:solidFill>
            <a:srgbClr val="B846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orders for parties, offices &amp; events — arrives intact, on time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Coverage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across both major demand zones in Lagos.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B846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Lagos Island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Island · Ikoyi · Lekki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offices, high-density residential, events &amp; parties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2B211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Lagos Mainland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 · Ikeja · Surulere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749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residential neighbourhoods, everyday casual demand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B8462F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suya to everyone,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time of day.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Odion Adiabokpa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padiabokpa@gmail.com  |  linkedin.com/in/peter-adiabokpa  |  github.com/padiabokpa-ops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2026-09-16T08:11:06Z</dcterms:created>
  <dcterms:modified xsi:type="dcterms:W3CDTF">2026-09-16T08:11:06Z</dcterms:modified>
</cp:coreProperties>
</file>